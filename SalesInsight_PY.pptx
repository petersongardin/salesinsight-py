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[0:00-0:30] Olá, meu nome é [NOME]. Este é o SalesInsight PY. O objetivo é pegar um histórico de vendas em CSV e responder as perguntas da diretoria: como as vendas variam no tempo, quais produtos e regiões rendem mais, quais clientes são mais valiosos e se quantidade vendida se relaciona com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[0:30-1:30] AGORA GRAVE A TELA: rode `python salesinsight.py` e mostre o console (inspeção, relatório de limpeza, métricas) e a pasta outputs/. Explique: o fluxo tem 8 etapas; a limpeza vem ANTES das colunas derivadas, das agregações e dos gráficos, e tudo é orquestrado pela classe AnalisadorDeVendas, chamada em main().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[1:30-2:00] Precisa de Python 3.10+ e de quatro bibliotecas, instaladas com um único pip install. O dataset é gerado pelo próprio código, então não depende de arquivo externo. Também roda no Google Colab.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[2:00-2:30] ATENÇÃO: ajuste este quadro ao seu Kanban real (Trello, GitHub Projects ou planilha) e mostre o seu. Antes de codar organizei as tarefas nas quatro colunas: Backlog, A Fazer, Em Andamento e Concluído.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[2:30-3:10] Usei quatro branches: main (estável), develop (integração), feat/pipeline-dados (todo o código) e docs/readme (documentação). Cada funcionalidade é desenvolvida numa branch própria e entra na develop por merge. Os commits seguem o padrão conventional commits. MOSTRE o histórico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[3:10-3:50] Uma decisão: removi as datas inválidas em vez de mantê-las. to_datetime com errors=coerce transforma o que não é data em NaT, e o dropna remove essas linhas. Sem data não consigo atribuir a venda a um mês ou trimestre, então mantê-la distorceria as métricas. Foram 6 de 200 registros, e a perda aparece no relatório de limpeza.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[3:50-4:30] Este é o painel 2x2 feito com plt.subplots. Resultados com o dataset sintético: receita de 1,38 milhão em 194 vendas, Notebook é o produto líder, Centro-Oeste lidera em receita e 35 de 49 clientes ficam no segmento Ouro (os limites do enunciado favorecem Ouro). MOSTRE também os outros três PNGs na pasta outputs/graficos.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[4:30-5:00] Melhorias: usar dados reais, criar testes automatizados, implementar os bônus (média móvel, pivot, quartis) e revisar os limites dos segmentos. Obrigado! O link do repositório está no README e na submissão do 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SalesInsight PY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visualização de dados de vendas com Python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transformar um CSV de vendas em respostas para a diretoria — tempo, produtos, regiões, clientes e relação quantidade × receita.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Mini-Projeto M1.1 · Análise Preditiva · Módulo 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fluxo, de ponta a ponta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3258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Carregar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gerado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seed 42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18872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97480" y="132588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13258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Inspecionar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97480" y="18745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dtypes,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head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1325880"/>
            <a:ext cx="411480" cy="411480"/>
          </a:xfrm>
          <a:prstGeom prst="ellipse">
            <a:avLst/>
          </a:prstGeom>
          <a:solidFill>
            <a:srgbClr val="E07B00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03520" y="13258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Limpar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00600" y="18745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inválidas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132588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06640" y="13258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8745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receita, mês,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trimestre, faixa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06324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0632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Agregar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436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por mês,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região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560320" y="292608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7480" y="306324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26974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0400" y="30632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9748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Bronze, Prata,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292608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0600" y="306324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303520" y="30632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Visualizar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80060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gráficos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766560" y="2926080"/>
            <a:ext cx="1920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03720" y="3063240"/>
            <a:ext cx="411480" cy="41148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40" name="Text 38"/>
          <p:cNvSpPr/>
          <p:nvPr/>
        </p:nvSpPr>
        <p:spPr>
          <a:xfrm>
            <a:off x="69037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06640" y="30632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Exportar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0372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+ 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releitura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orquestrado pela classe AnalisadorDeVendas e executado por main().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instalar para executar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937760" cy="237744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3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3.10 ou superior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executar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CE0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salesinsight.py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0" y="1188720"/>
            <a:ext cx="73152" cy="10972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598932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Bibliotecas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89320" y="1645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 · matplotlib · seaborn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60720" y="2468880"/>
            <a:ext cx="2926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0" y="2468880"/>
            <a:ext cx="73152" cy="109728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2560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configuração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926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vendas.csv é gerado automaticamente se não existir.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roda no Google Colab: !python salesinsight.py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Organização: Kanban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1920240" cy="457200"/>
          </a:xfrm>
          <a:prstGeom prst="rect">
            <a:avLst/>
          </a:prstGeom>
          <a:solidFill>
            <a:srgbClr val="5B657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Backlog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B01–B05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350008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143000"/>
            <a:ext cx="1920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143000"/>
            <a:ext cx="1920240" cy="45720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Fazer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97480" y="1783080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Gravar o vídeo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2350008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links no AVA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1920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143000"/>
            <a:ext cx="1920240" cy="4572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 Andamento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783080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README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1143000"/>
            <a:ext cx="1920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0" y="1143000"/>
            <a:ext cx="1920240" cy="4572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Concluído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03720" y="1783080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 inspeção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03720" y="2350008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derivadas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03720" y="2916936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e segmentação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3483864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e painel 2×2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4050792"/>
            <a:ext cx="1645920" cy="457200"/>
          </a:xfrm>
          <a:prstGeom prst="rect">
            <a:avLst/>
          </a:prstGeom>
          <a:solidFill>
            <a:srgbClr val="EEF1F7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CSV/JSON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Branches e commits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017520" cy="59436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703320" y="10972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estável, só recebe merge da develop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017520" cy="5943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74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703320" y="1874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integração: onde as features se encontram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3017520" cy="59436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51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feat/pipeline-dados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03320" y="26517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código: dataset, limpeza, métricas, gráficos, exportação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3017520" cy="59436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4290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docs/readme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03320" y="34290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e guia de estudo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no padrão conventional commits: feat: · fix: · docs: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Decisão técnica: remover datas inválidas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754880" cy="219456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8016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E0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df["data_venda"] = pd.to_datetime(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E0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df["data_venda"], errors="coerce")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E0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df.dropna(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E0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subset=["data_venda"])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1097280"/>
            <a:ext cx="3200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1097280"/>
            <a:ext cx="73152" cy="10058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5715000" y="1188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quê remover?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1500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data não há mês nem trimestre: manter distorceria as métricas.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0" y="2286000"/>
            <a:ext cx="3200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2286000"/>
            <a:ext cx="73152" cy="10058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571500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15000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200 registros (3%), registrado no relatório de limpeza.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imputação: preencher datas seria inventar informação (conteúdo das semanas 09–11).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Resultados: os 4 gráficos</a:t>
            </a:r>
            <a:endParaRPr lang="en-US" sz="3000" dirty="0"/>
          </a:p>
        </p:txBody>
      </p:sp>
      <p:pic>
        <p:nvPicPr>
          <p:cNvPr id="3" name="Image 0" descr="C:/Users/Elon Musk/Documents/GitHub/Analise_preditiva/outputs/graficos/painel_re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852160" y="100584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852160" y="1005840"/>
            <a:ext cx="73152" cy="10058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3"/>
          <p:cNvSpPr/>
          <p:nvPr/>
        </p:nvSpPr>
        <p:spPr>
          <a:xfrm>
            <a:off x="608076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80760" y="1463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R$ 1,38 mi em 194 vendas; ticket médio R$ 7.114.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214884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2148840"/>
            <a:ext cx="73152" cy="10058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7"/>
          <p:cNvSpPr/>
          <p:nvPr/>
        </p:nvSpPr>
        <p:spPr>
          <a:xfrm>
            <a:off x="6080760" y="2240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Produto líder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80760" y="2606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R$ 493 mil, seguido de Smartphone.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852160" y="329184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852160" y="3291840"/>
            <a:ext cx="73152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4" name="Text 11"/>
          <p:cNvSpPr/>
          <p:nvPr/>
        </p:nvSpPr>
        <p:spPr>
          <a:xfrm>
            <a:off x="608076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08076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de 49 clientes no segmento Ouro.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2×2 · linha, barras, dispersão e receita por região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poderia melhorar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1188720"/>
          </a:xfrm>
          <a:prstGeom prst="rect">
            <a:avLst/>
          </a:prstGeom>
          <a:solidFill>
            <a:srgbClr val="1E2E5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Dados reais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CSV sintético por um dataset real e mais sujo.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1188720"/>
          </a:xfrm>
          <a:prstGeom prst="rect">
            <a:avLst/>
          </a:prstGeom>
          <a:solidFill>
            <a:srgbClr val="1E2E55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783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automatizados para limpeza e métricas.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4023360" cy="1188720"/>
          </a:xfrm>
          <a:prstGeom prst="rect">
            <a:avLst/>
          </a:prstGeom>
          <a:solidFill>
            <a:srgbClr val="1E2E5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61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Bônus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154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por média móvel, pivot mês × categoria e quartis.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651760"/>
            <a:ext cx="4023360" cy="1188720"/>
          </a:xfrm>
          <a:prstGeom prst="rect">
            <a:avLst/>
          </a:prstGeom>
          <a:solidFill>
            <a:srgbClr val="1E2E55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761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3154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 os limites Bronze/Prata/Ouro: hoje quase todos viram Ouro.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[inserir link do GitHub]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SalesInsight PY</dc:title>
  <dc:subject>PptxGenJS Presentation</dc:subject>
  <dc:creator>Aluno</dc:creator>
  <cp:lastModifiedBy>Aluno</cp:lastModifiedBy>
  <cp:revision>1</cp:revision>
  <dcterms:created xsi:type="dcterms:W3CDTF">2026-10-19T23:06:40Z</dcterms:created>
  <dcterms:modified xsi:type="dcterms:W3CDTF">2026-10-19T23:06:40Z</dcterms:modified>
</cp:coreProperties>
</file>